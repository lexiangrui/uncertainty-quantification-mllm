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415431aecd44f87" /><Relationship Type="http://schemas.openxmlformats.org/officeDocument/2006/relationships/extended-properties" Target="/docProps/app.xml" Id="R766be83d972c4286" /><Relationship Type="http://schemas.openxmlformats.org/officeDocument/2006/relationships/officeDocument" Target="/ppt/presentation.xml" Id="Rbbc61fe612bd428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d4078922d6f42cd"/>
  </p:sldMasterIdLst>
  <p:notesMasterIdLst>
    <p:notesMasterId xmlns:r="http://schemas.openxmlformats.org/officeDocument/2006/relationships" r:id="Ra47b40993a3b4734"/>
  </p:notesMasterIdLst>
  <p:sldIdLst>
    <p:sldId xmlns:r="http://schemas.openxmlformats.org/officeDocument/2006/relationships" id="256" r:id="Rd133ef32a9564aaa"/>
  </p:sldIdLst>
  <p:sldSz cx="15240000" cy="7620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c741ac18edd49da" /><Relationship Type="http://schemas.openxmlformats.org/officeDocument/2006/relationships/slideMaster" Target="/ppt/slideMasters/slideMaster1.xml" Id="R1d4078922d6f42cd" /><Relationship Type="http://schemas.openxmlformats.org/officeDocument/2006/relationships/notesMaster" Target="/ppt/notesMasters/notesMaster1.xml" Id="Ra47b40993a3b4734" /><Relationship Type="http://schemas.openxmlformats.org/officeDocument/2006/relationships/presProps" Target="/ppt/presProps.xml" Id="R314106c7cabf44ad" /><Relationship Type="http://schemas.openxmlformats.org/officeDocument/2006/relationships/tableStyles" Target="/ppt/tableStyles.xml" Id="Rca4be300079e4db6" /><Relationship Type="http://schemas.openxmlformats.org/officeDocument/2006/relationships/slide" Target="/ppt/slides/slide1.xml" Id="Rd133ef32a9564aa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c96db4b56ae49f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177e87e1d104302" /><Relationship Type="http://schemas.openxmlformats.org/officeDocument/2006/relationships/notesMaster" Target="/ppt/notesMasters/notesMaster1.xml" Id="R70d2d15ca1874cc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Diagram content supplied by the user; no external sources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f767a843c04ad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646db7425f64cc4" /><Relationship Type="http://schemas.openxmlformats.org/officeDocument/2006/relationships/slideLayout" Target="/ppt/slideLayouts/slideLayout1.xml" Id="R93f1608343b8490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3f1608343b8490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bd2caeb31d4c67" /><Relationship Type="http://schemas.openxmlformats.org/officeDocument/2006/relationships/notesSlide" Target="/ppt/notesSlides/notesSlide1.xml" Id="R0f5ae83667cd435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experiment-1-container">
            <a:extLst xmlns:a="http://schemas.openxmlformats.org/drawingml/2006/main">
              <a:ext uri="{FF2B5EF4-FFF2-40B4-BE49-F238E27FC236}">
                <a16:creationId xmlns:a16="http://schemas.microsoft.com/office/drawing/2014/main" id="{8DA638BE-245E-4476-AEF3-D589457B2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28625"/>
            <a:ext cx="14192250" cy="34290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28575">
            <a:solidFill>
              <a:srgbClr val="4C78A8"/>
            </a:solidFill>
            <a:prstDash val="solid"/>
          </a:ln>
        </p:spPr>
      </p:sp>
      <p:sp>
        <p:nvSpPr>
          <p:cNvPr id="2" name="experiment-2-container">
            <a:extLst xmlns:a="http://schemas.openxmlformats.org/drawingml/2006/main">
              <a:ext uri="{FF2B5EF4-FFF2-40B4-BE49-F238E27FC236}">
                <a16:creationId xmlns:a16="http://schemas.microsoft.com/office/drawing/2014/main" id="{23B6856E-3209-45EA-A162-EB2FD698C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905375"/>
            <a:ext cx="9763125" cy="2286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0DD"/>
          </a:solidFill>
          <a:ln xmlns:a="http://schemas.openxmlformats.org/drawingml/2006/main" w="28575">
            <a:solidFill>
              <a:srgbClr val="D9822B"/>
            </a:solidFill>
            <a:prstDash val="solid"/>
          </a:ln>
        </p:spPr>
      </p:sp>
      <p:sp>
        <p:nvSpPr>
          <p:cNvPr id="3" name="arrow-1-2">
            <a:extLst xmlns:a="http://schemas.openxmlformats.org/drawingml/2006/main">
              <a:ext uri="{FF2B5EF4-FFF2-40B4-BE49-F238E27FC236}">
                <a16:creationId xmlns:a16="http://schemas.microsoft.com/office/drawing/2014/main" id="{BFAF6778-9D5F-4557-9208-9474CC186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343150"/>
            <a:ext cx="5905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0606D"/>
          </a:solidFill>
          <a:ln xmlns:a="http://schemas.openxmlformats.org/drawingml/2006/main" w="0">
            <a:solidFill>
              <a:srgbClr val="50606D"/>
            </a:solidFill>
            <a:prstDash val="solid"/>
          </a:ln>
        </p:spPr>
      </p:sp>
      <p:sp>
        <p:nvSpPr>
          <p:cNvPr id="4" name="arrow-2-3">
            <a:extLst xmlns:a="http://schemas.openxmlformats.org/drawingml/2006/main">
              <a:ext uri="{FF2B5EF4-FFF2-40B4-BE49-F238E27FC236}">
                <a16:creationId xmlns:a16="http://schemas.microsoft.com/office/drawing/2014/main" id="{D54E1F12-61FA-434E-9D09-792918EC1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2343150"/>
            <a:ext cx="5905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0606D"/>
          </a:solidFill>
          <a:ln xmlns:a="http://schemas.openxmlformats.org/drawingml/2006/main" w="0">
            <a:solidFill>
              <a:srgbClr val="50606D"/>
            </a:solidFill>
            <a:prstDash val="solid"/>
          </a:ln>
        </p:spPr>
      </p:sp>
      <p:sp>
        <p:nvSpPr>
          <p:cNvPr id="5" name="arrow-3-4">
            <a:extLst xmlns:a="http://schemas.openxmlformats.org/drawingml/2006/main">
              <a:ext uri="{FF2B5EF4-FFF2-40B4-BE49-F238E27FC236}">
                <a16:creationId xmlns:a16="http://schemas.microsoft.com/office/drawing/2014/main" id="{933CF438-E6B9-4E88-9D85-1345A3842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343150"/>
            <a:ext cx="5905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0606D"/>
          </a:solidFill>
          <a:ln xmlns:a="http://schemas.openxmlformats.org/drawingml/2006/main" w="0">
            <a:solidFill>
              <a:srgbClr val="50606D"/>
            </a:solidFill>
            <a:prstDash val="solid"/>
          </a:ln>
        </p:spPr>
      </p:sp>
      <p:sp>
        <p:nvSpPr>
          <p:cNvPr id="6" name="arrow-5-6">
            <a:extLst xmlns:a="http://schemas.openxmlformats.org/drawingml/2006/main">
              <a:ext uri="{FF2B5EF4-FFF2-40B4-BE49-F238E27FC236}">
                <a16:creationId xmlns:a16="http://schemas.microsoft.com/office/drawing/2014/main" id="{A0EB4A6C-1E1C-4498-9189-D61F350F0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5915025"/>
            <a:ext cx="10477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822B"/>
          </a:solidFill>
          <a:ln xmlns:a="http://schemas.openxmlformats.org/drawingml/2006/main" w="0">
            <a:solidFill>
              <a:srgbClr val="D9822B"/>
            </a:solidFill>
            <a:prstDash val="solid"/>
          </a:ln>
        </p:spPr>
      </p:sp>
      <p:sp>
        <p:nvSpPr>
          <p:cNvPr id="7" name="handoff-vertical-source">
            <a:extLst xmlns:a="http://schemas.openxmlformats.org/drawingml/2006/main">
              <a:ext uri="{FF2B5EF4-FFF2-40B4-BE49-F238E27FC236}">
                <a16:creationId xmlns:a16="http://schemas.microsoft.com/office/drawing/2014/main" id="{EA2B4383-2402-49AD-AF27-F423A0249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4850" y="3181350"/>
            <a:ext cx="476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0606D"/>
          </a:solidFill>
          <a:ln xmlns:a="http://schemas.openxmlformats.org/drawingml/2006/main" w="0">
            <a:solidFill>
              <a:srgbClr val="50606D"/>
            </a:solidFill>
            <a:prstDash val="solid"/>
          </a:ln>
        </p:spPr>
      </p:sp>
      <p:sp>
        <p:nvSpPr>
          <p:cNvPr id="8" name="handoff-horizontal">
            <a:extLst xmlns:a="http://schemas.openxmlformats.org/drawingml/2006/main">
              <a:ext uri="{FF2B5EF4-FFF2-40B4-BE49-F238E27FC236}">
                <a16:creationId xmlns:a16="http://schemas.microsoft.com/office/drawing/2014/main" id="{803C8D60-D3C5-4C9D-AB0D-84D5CF393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257675"/>
            <a:ext cx="45815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0606D"/>
          </a:solidFill>
          <a:ln xmlns:a="http://schemas.openxmlformats.org/drawingml/2006/main" w="0">
            <a:solidFill>
              <a:srgbClr val="50606D"/>
            </a:solidFill>
            <a:prstDash val="solid"/>
          </a:ln>
        </p:spPr>
      </p:sp>
      <p:sp>
        <p:nvSpPr>
          <p:cNvPr id="9" name="handoff-arrowhead">
            <a:extLst xmlns:a="http://schemas.openxmlformats.org/drawingml/2006/main">
              <a:ext uri="{FF2B5EF4-FFF2-40B4-BE49-F238E27FC236}">
                <a16:creationId xmlns:a16="http://schemas.microsoft.com/office/drawing/2014/main" id="{6AE42B3D-D295-4C44-88EA-E9F81A3BD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257675"/>
            <a:ext cx="276225" cy="117157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50606D"/>
          </a:solidFill>
          <a:ln xmlns:a="http://schemas.openxmlformats.org/drawingml/2006/main" w="0">
            <a:solidFill>
              <a:srgbClr val="50606D"/>
            </a:solidFill>
            <a:prstDash val="solid"/>
          </a:ln>
        </p:spPr>
      </p:sp>
      <p:sp>
        <p:nvSpPr>
          <p:cNvPr id="10" name="experiment-1-label">
            <a:extLst xmlns:a="http://schemas.openxmlformats.org/drawingml/2006/main">
              <a:ext uri="{FF2B5EF4-FFF2-40B4-BE49-F238E27FC236}">
                <a16:creationId xmlns:a16="http://schemas.microsoft.com/office/drawing/2014/main" id="{E648F27D-D89D-43C7-B6E6-F33B2F21B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47700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4C78A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1">
                <a:solidFill>
                  <a:srgbClr val="4C78A8"/>
                </a:solidFill>
                <a:latin typeface="Times New Roman"/>
                <a:ea typeface="Times New Roman"/>
                <a:cs typeface="Times New Roman"/>
              </a:rPr>
              <a:t>EXPERIMENT 1</a:t>
            </a:r>
          </a:p>
        </p:txBody>
      </p:sp>
      <p:sp>
        <p:nvSpPr>
          <p:cNvPr id="11" name="experiment-1-subtitle">
            <a:extLst xmlns:a="http://schemas.openxmlformats.org/drawingml/2006/main">
              <a:ext uri="{FF2B5EF4-FFF2-40B4-BE49-F238E27FC236}">
                <a16:creationId xmlns:a16="http://schemas.microsoft.com/office/drawing/2014/main" id="{D44C0D6A-217F-41A3-8512-CECE484A8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666750"/>
            <a:ext cx="647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60708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>
                <a:solidFill>
                  <a:srgbClr val="607080"/>
                </a:solidFill>
                <a:latin typeface="Times New Roman"/>
                <a:ea typeface="Times New Roman"/>
                <a:cs typeface="Times New Roman"/>
              </a:rPr>
              <a:t>Baseline evaluation and consensus LUH subset construction</a:t>
            </a:r>
          </a:p>
        </p:txBody>
      </p:sp>
      <p:sp>
        <p:nvSpPr>
          <p:cNvPr id="12" name="experiment-2-label">
            <a:extLst xmlns:a="http://schemas.openxmlformats.org/drawingml/2006/main">
              <a:ext uri="{FF2B5EF4-FFF2-40B4-BE49-F238E27FC236}">
                <a16:creationId xmlns:a16="http://schemas.microsoft.com/office/drawing/2014/main" id="{A2B6D264-F116-4E41-B214-AB1675F5B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067300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D982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1">
                <a:solidFill>
                  <a:srgbClr val="D9822B"/>
                </a:solidFill>
                <a:latin typeface="Times New Roman"/>
                <a:ea typeface="Times New Roman"/>
                <a:cs typeface="Times New Roman"/>
              </a:rPr>
              <a:t>EXPERIMENT 2</a:t>
            </a:r>
          </a:p>
        </p:txBody>
      </p:sp>
      <p:sp>
        <p:nvSpPr>
          <p:cNvPr id="13" name="experiment-2-subtitle">
            <a:extLst xmlns:a="http://schemas.openxmlformats.org/drawingml/2006/main">
              <a:ext uri="{FF2B5EF4-FFF2-40B4-BE49-F238E27FC236}">
                <a16:creationId xmlns:a16="http://schemas.microsoft.com/office/drawing/2014/main" id="{AE263681-90F5-4316-B8F9-F38FC591D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508635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60708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>
                <a:solidFill>
                  <a:srgbClr val="607080"/>
                </a:solidFill>
                <a:latin typeface="Times New Roman"/>
                <a:ea typeface="Times New Roman"/>
                <a:cs typeface="Times New Roman"/>
              </a:rPr>
              <a:t>New method development and validation</a:t>
            </a:r>
          </a:p>
        </p:txBody>
      </p:sp>
      <p:sp>
        <p:nvSpPr>
          <p:cNvPr id="14" name="step-1-node">
            <a:extLst xmlns:a="http://schemas.openxmlformats.org/drawingml/2006/main">
              <a:ext uri="{FF2B5EF4-FFF2-40B4-BE49-F238E27FC236}">
                <a16:creationId xmlns:a16="http://schemas.microsoft.com/office/drawing/2014/main" id="{EF16A70B-01E5-4AAA-B30E-A26A243BB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524000"/>
            <a:ext cx="2619375" cy="1666875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4C78A8"/>
            </a:solidFill>
            <a:prstDash val="solid"/>
          </a:ln>
        </p:spPr>
      </p:sp>
      <p:sp>
        <p:nvSpPr>
          <p:cNvPr id="15" name="step-1-badge">
            <a:extLst xmlns:a="http://schemas.openxmlformats.org/drawingml/2006/main">
              <a:ext uri="{FF2B5EF4-FFF2-40B4-BE49-F238E27FC236}">
                <a16:creationId xmlns:a16="http://schemas.microsoft.com/office/drawing/2014/main" id="{B5AD5EC5-69F0-4213-A7D2-23D4F690A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16764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78A8"/>
          </a:solidFill>
          <a:ln xmlns:a="http://schemas.openxmlformats.org/drawingml/2006/main" w="9525">
            <a:solidFill>
              <a:srgbClr val="4C78A8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16" name="step-1-title">
            <a:extLst xmlns:a="http://schemas.openxmlformats.org/drawingml/2006/main">
              <a:ext uri="{FF2B5EF4-FFF2-40B4-BE49-F238E27FC236}">
                <a16:creationId xmlns:a16="http://schemas.microsoft.com/office/drawing/2014/main" id="{6D529302-FF8C-4E92-810B-80B69A1AE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1981200"/>
            <a:ext cx="2085975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2313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>
                <a:solidFill>
                  <a:srgbClr val="22313F"/>
                </a:solidFill>
                <a:latin typeface="Times New Roman"/>
                <a:ea typeface="Times New Roman"/>
                <a:cs typeface="Times New Roman"/>
              </a:rPr>
              <a:t>Response</a:t>
            </a:r>
          </a:p>
          <a:p xmlns:a="http://schemas.openxmlformats.org/drawingml/2006/main">
            <a:pPr algn="ctr">
              <a:defRPr sz="2025" b="1">
                <a:solidFill>
                  <a:srgbClr val="22313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>
                <a:solidFill>
                  <a:srgbClr val="22313F"/>
                </a:solidFill>
                <a:latin typeface="Times New Roman"/>
                <a:ea typeface="Times New Roman"/>
                <a:cs typeface="Times New Roman"/>
              </a:rPr>
              <a:t>Generation</a:t>
            </a:r>
          </a:p>
        </p:txBody>
      </p:sp>
      <p:sp>
        <p:nvSpPr>
          <p:cNvPr id="17" name="step-2-node">
            <a:extLst xmlns:a="http://schemas.openxmlformats.org/drawingml/2006/main">
              <a:ext uri="{FF2B5EF4-FFF2-40B4-BE49-F238E27FC236}">
                <a16:creationId xmlns:a16="http://schemas.microsoft.com/office/drawing/2014/main" id="{FBA8030C-ED51-439C-B19C-2DCE65784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524000"/>
            <a:ext cx="2619375" cy="1666875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4C78A8"/>
            </a:solidFill>
            <a:prstDash val="solid"/>
          </a:ln>
        </p:spPr>
      </p:sp>
      <p:sp>
        <p:nvSpPr>
          <p:cNvPr id="18" name="step-2-badge">
            <a:extLst xmlns:a="http://schemas.openxmlformats.org/drawingml/2006/main">
              <a:ext uri="{FF2B5EF4-FFF2-40B4-BE49-F238E27FC236}">
                <a16:creationId xmlns:a16="http://schemas.microsoft.com/office/drawing/2014/main" id="{FAA49CA7-811F-4E94-92D0-D74B759BD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6764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78A8"/>
          </a:solidFill>
          <a:ln xmlns:a="http://schemas.openxmlformats.org/drawingml/2006/main" w="9525">
            <a:solidFill>
              <a:srgbClr val="4C78A8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19" name="step-2-title">
            <a:extLst xmlns:a="http://schemas.openxmlformats.org/drawingml/2006/main">
              <a:ext uri="{FF2B5EF4-FFF2-40B4-BE49-F238E27FC236}">
                <a16:creationId xmlns:a16="http://schemas.microsoft.com/office/drawing/2014/main" id="{C4D86E4A-EBA3-44DD-A89A-B77681861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981200"/>
            <a:ext cx="2085975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2313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>
                <a:solidFill>
                  <a:srgbClr val="22313F"/>
                </a:solidFill>
                <a:latin typeface="Times New Roman"/>
                <a:ea typeface="Times New Roman"/>
                <a:cs typeface="Times New Roman"/>
              </a:rPr>
              <a:t>Independent</a:t>
            </a:r>
          </a:p>
          <a:p xmlns:a="http://schemas.openxmlformats.org/drawingml/2006/main">
            <a:pPr algn="ctr">
              <a:defRPr sz="2025" b="1">
                <a:solidFill>
                  <a:srgbClr val="22313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>
                <a:solidFill>
                  <a:srgbClr val="22313F"/>
                </a:solidFill>
                <a:latin typeface="Times New Roman"/>
                <a:ea typeface="Times New Roman"/>
                <a:cs typeface="Times New Roman"/>
              </a:rPr>
              <a:t>Labeling</a:t>
            </a:r>
          </a:p>
        </p:txBody>
      </p:sp>
      <p:sp>
        <p:nvSpPr>
          <p:cNvPr id="20" name="step-3-node">
            <a:extLst xmlns:a="http://schemas.openxmlformats.org/drawingml/2006/main">
              <a:ext uri="{FF2B5EF4-FFF2-40B4-BE49-F238E27FC236}">
                <a16:creationId xmlns:a16="http://schemas.microsoft.com/office/drawing/2014/main" id="{51ABA6F9-8E61-4DD7-AB0A-D45DB0F00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1524000"/>
            <a:ext cx="2619375" cy="1666875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4C78A8"/>
            </a:solidFill>
            <a:prstDash val="solid"/>
          </a:ln>
        </p:spPr>
      </p:sp>
      <p:sp>
        <p:nvSpPr>
          <p:cNvPr id="21" name="step-3-badge">
            <a:extLst xmlns:a="http://schemas.openxmlformats.org/drawingml/2006/main">
              <a:ext uri="{FF2B5EF4-FFF2-40B4-BE49-F238E27FC236}">
                <a16:creationId xmlns:a16="http://schemas.microsoft.com/office/drawing/2014/main" id="{7B4C263D-FA06-4F32-9273-854B1CA3D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16764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78A8"/>
          </a:solidFill>
          <a:ln xmlns:a="http://schemas.openxmlformats.org/drawingml/2006/main" w="9525">
            <a:solidFill>
              <a:srgbClr val="4C78A8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3</a:t>
            </a:r>
          </a:p>
        </p:txBody>
      </p:sp>
      <p:sp>
        <p:nvSpPr>
          <p:cNvPr id="22" name="step-3-title">
            <a:extLst xmlns:a="http://schemas.openxmlformats.org/drawingml/2006/main">
              <a:ext uri="{FF2B5EF4-FFF2-40B4-BE49-F238E27FC236}">
                <a16:creationId xmlns:a16="http://schemas.microsoft.com/office/drawing/2014/main" id="{4AAB9756-9781-4C93-9F44-351900AB5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2095500"/>
            <a:ext cx="20859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83333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2313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>
                <a:solidFill>
                  <a:srgbClr val="22313F"/>
                </a:solidFill>
                <a:latin typeface="Times New Roman"/>
                <a:ea typeface="Times New Roman"/>
                <a:cs typeface="Times New Roman"/>
              </a:rPr>
              <a:t>Three Baseline UQ</a:t>
            </a:r>
          </a:p>
          <a:p xmlns:a="http://schemas.openxmlformats.org/drawingml/2006/main">
            <a:pPr algn="ctr">
              <a:defRPr sz="2025" b="1">
                <a:solidFill>
                  <a:srgbClr val="22313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>
                <a:solidFill>
                  <a:srgbClr val="22313F"/>
                </a:solidFill>
                <a:latin typeface="Times New Roman"/>
                <a:ea typeface="Times New Roman"/>
                <a:cs typeface="Times New Roman"/>
              </a:rPr>
              <a:t>Methods</a:t>
            </a:r>
          </a:p>
        </p:txBody>
      </p:sp>
      <p:sp>
        <p:nvSpPr>
          <p:cNvPr id="23" name="step-3-subtitle">
            <a:extLst xmlns:a="http://schemas.openxmlformats.org/drawingml/2006/main">
              <a:ext uri="{FF2B5EF4-FFF2-40B4-BE49-F238E27FC236}">
                <a16:creationId xmlns:a16="http://schemas.microsoft.com/office/drawing/2014/main" id="{BD050B3B-119F-4C61-82DB-8E03DC2EA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2628900"/>
            <a:ext cx="23526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98903"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60708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>
                <a:solidFill>
                  <a:srgbClr val="607080"/>
                </a:solidFill>
                <a:latin typeface="Times New Roman"/>
                <a:ea typeface="Times New Roman"/>
                <a:cs typeface="Times New Roman"/>
              </a:rPr>
              <a:t>PPL  |  Semantic Entropy  |  UMPIRE</a:t>
            </a:r>
          </a:p>
        </p:txBody>
      </p:sp>
      <p:sp>
        <p:nvSpPr>
          <p:cNvPr id="24" name="step-4-node">
            <a:extLst xmlns:a="http://schemas.openxmlformats.org/drawingml/2006/main">
              <a:ext uri="{FF2B5EF4-FFF2-40B4-BE49-F238E27FC236}">
                <a16:creationId xmlns:a16="http://schemas.microsoft.com/office/drawing/2014/main" id="{E18EB09D-3B7D-424E-A470-8DE5C01D2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1524000"/>
            <a:ext cx="2619375" cy="1666875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4C78A8"/>
            </a:solidFill>
            <a:prstDash val="solid"/>
          </a:ln>
        </p:spPr>
      </p:sp>
      <p:sp>
        <p:nvSpPr>
          <p:cNvPr id="25" name="step-4-badge">
            <a:extLst xmlns:a="http://schemas.openxmlformats.org/drawingml/2006/main">
              <a:ext uri="{FF2B5EF4-FFF2-40B4-BE49-F238E27FC236}">
                <a16:creationId xmlns:a16="http://schemas.microsoft.com/office/drawing/2014/main" id="{7278F7BE-22EE-44A3-9070-318DFB725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16764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78A8"/>
          </a:solidFill>
          <a:ln xmlns:a="http://schemas.openxmlformats.org/drawingml/2006/main" w="9525">
            <a:solidFill>
              <a:srgbClr val="4C78A8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4</a:t>
            </a:r>
          </a:p>
        </p:txBody>
      </p:sp>
      <p:sp>
        <p:nvSpPr>
          <p:cNvPr id="26" name="step-4-title">
            <a:extLst xmlns:a="http://schemas.openxmlformats.org/drawingml/2006/main">
              <a:ext uri="{FF2B5EF4-FFF2-40B4-BE49-F238E27FC236}">
                <a16:creationId xmlns:a16="http://schemas.microsoft.com/office/drawing/2014/main" id="{69969C16-801E-4AB2-B6CC-AD93B5098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1981200"/>
            <a:ext cx="2085975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2313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>
                <a:solidFill>
                  <a:srgbClr val="22313F"/>
                </a:solidFill>
                <a:latin typeface="Times New Roman"/>
                <a:ea typeface="Times New Roman"/>
                <a:cs typeface="Times New Roman"/>
              </a:rPr>
              <a:t>Consensus LUH</a:t>
            </a:r>
          </a:p>
          <a:p xmlns:a="http://schemas.openxmlformats.org/drawingml/2006/main">
            <a:pPr algn="ctr">
              <a:defRPr sz="2025" b="1">
                <a:solidFill>
                  <a:srgbClr val="22313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>
                <a:solidFill>
                  <a:srgbClr val="22313F"/>
                </a:solidFill>
                <a:latin typeface="Times New Roman"/>
                <a:ea typeface="Times New Roman"/>
                <a:cs typeface="Times New Roman"/>
              </a:rPr>
              <a:t>Extraction</a:t>
            </a:r>
          </a:p>
        </p:txBody>
      </p:sp>
      <p:sp>
        <p:nvSpPr>
          <p:cNvPr id="27" name="step-5-node">
            <a:extLst xmlns:a="http://schemas.openxmlformats.org/drawingml/2006/main">
              <a:ext uri="{FF2B5EF4-FFF2-40B4-BE49-F238E27FC236}">
                <a16:creationId xmlns:a16="http://schemas.microsoft.com/office/drawing/2014/main" id="{E6E4F1BC-CBB2-45FB-ACCD-D26556063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5619750"/>
            <a:ext cx="3429000" cy="1190625"/>
          </a:xfrm>
          <a:prstGeom xmlns:a="http://schemas.openxmlformats.org/drawingml/2006/main" prst="roundRect">
            <a:avLst>
              <a:gd name="adj" fmla="val 11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D9822B"/>
            </a:solidFill>
            <a:prstDash val="solid"/>
          </a:ln>
        </p:spPr>
      </p:sp>
      <p:sp>
        <p:nvSpPr>
          <p:cNvPr id="28" name="step-5-badge">
            <a:extLst xmlns:a="http://schemas.openxmlformats.org/drawingml/2006/main">
              <a:ext uri="{FF2B5EF4-FFF2-40B4-BE49-F238E27FC236}">
                <a16:creationId xmlns:a16="http://schemas.microsoft.com/office/drawing/2014/main" id="{B666477F-0EFA-4AE9-B66B-C503F58AA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57721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822B"/>
          </a:solidFill>
          <a:ln xmlns:a="http://schemas.openxmlformats.org/drawingml/2006/main" w="9525">
            <a:solidFill>
              <a:srgbClr val="D9822B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5</a:t>
            </a:r>
          </a:p>
        </p:txBody>
      </p:sp>
      <p:sp>
        <p:nvSpPr>
          <p:cNvPr id="29" name="step-5-title">
            <a:extLst xmlns:a="http://schemas.openxmlformats.org/drawingml/2006/main">
              <a:ext uri="{FF2B5EF4-FFF2-40B4-BE49-F238E27FC236}">
                <a16:creationId xmlns:a16="http://schemas.microsoft.com/office/drawing/2014/main" id="{2E9A2DEF-4A33-43E8-A10E-678513324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6076950"/>
            <a:ext cx="28956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75617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2313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>
                <a:solidFill>
                  <a:srgbClr val="22313F"/>
                </a:solidFill>
                <a:latin typeface="Times New Roman"/>
                <a:ea typeface="Times New Roman"/>
                <a:cs typeface="Times New Roman"/>
              </a:rPr>
              <a:t>New Method</a:t>
            </a:r>
          </a:p>
          <a:p xmlns:a="http://schemas.openxmlformats.org/drawingml/2006/main">
            <a:pPr algn="ctr">
              <a:defRPr sz="2025" b="1">
                <a:solidFill>
                  <a:srgbClr val="22313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>
                <a:solidFill>
                  <a:srgbClr val="22313F"/>
                </a:solidFill>
                <a:latin typeface="Times New Roman"/>
                <a:ea typeface="Times New Roman"/>
                <a:cs typeface="Times New Roman"/>
              </a:rPr>
              <a:t>Design</a:t>
            </a:r>
          </a:p>
        </p:txBody>
      </p:sp>
      <p:sp>
        <p:nvSpPr>
          <p:cNvPr id="30" name="step-6-node">
            <a:extLst xmlns:a="http://schemas.openxmlformats.org/drawingml/2006/main">
              <a:ext uri="{FF2B5EF4-FFF2-40B4-BE49-F238E27FC236}">
                <a16:creationId xmlns:a16="http://schemas.microsoft.com/office/drawing/2014/main" id="{48613044-37FD-4DCE-A0B3-2B3625DA5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5619750"/>
            <a:ext cx="3429000" cy="1190625"/>
          </a:xfrm>
          <a:prstGeom xmlns:a="http://schemas.openxmlformats.org/drawingml/2006/main" prst="roundRect">
            <a:avLst>
              <a:gd name="adj" fmla="val 11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D9822B"/>
            </a:solidFill>
            <a:prstDash val="solid"/>
          </a:ln>
        </p:spPr>
      </p:sp>
      <p:sp>
        <p:nvSpPr>
          <p:cNvPr id="31" name="step-6-badge">
            <a:extLst xmlns:a="http://schemas.openxmlformats.org/drawingml/2006/main">
              <a:ext uri="{FF2B5EF4-FFF2-40B4-BE49-F238E27FC236}">
                <a16:creationId xmlns:a16="http://schemas.microsoft.com/office/drawing/2014/main" id="{9A528152-174D-426A-878B-36E8EA3CE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57721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822B"/>
          </a:solidFill>
          <a:ln xmlns:a="http://schemas.openxmlformats.org/drawingml/2006/main" w="9525">
            <a:solidFill>
              <a:srgbClr val="D9822B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6</a:t>
            </a:r>
          </a:p>
        </p:txBody>
      </p:sp>
      <p:sp>
        <p:nvSpPr>
          <p:cNvPr id="32" name="step-6-title">
            <a:extLst xmlns:a="http://schemas.openxmlformats.org/drawingml/2006/main">
              <a:ext uri="{FF2B5EF4-FFF2-40B4-BE49-F238E27FC236}">
                <a16:creationId xmlns:a16="http://schemas.microsoft.com/office/drawing/2014/main" id="{66D33BDE-68C1-456B-8CA8-B2EC2D8FF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076950"/>
            <a:ext cx="28956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2313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>
                <a:solidFill>
                  <a:srgbClr val="22313F"/>
                </a:solidFill>
                <a:latin typeface="Times New Roman"/>
                <a:ea typeface="Times New Roman"/>
                <a:cs typeface="Times New Roman"/>
              </a:rPr>
              <a:t>Validation</a:t>
            </a:r>
          </a:p>
        </p:txBody>
      </p:sp>
      <p:sp>
        <p:nvSpPr>
          <p:cNvPr id="33" name="handoff-label">
            <a:extLst xmlns:a="http://schemas.openxmlformats.org/drawingml/2006/main">
              <a:ext uri="{FF2B5EF4-FFF2-40B4-BE49-F238E27FC236}">
                <a16:creationId xmlns:a16="http://schemas.microsoft.com/office/drawing/2014/main" id="{081229A1-648D-426D-ACAB-3D657D40C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038600"/>
            <a:ext cx="4048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i="1">
                <a:solidFill>
                  <a:srgbClr val="50606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i="1">
                <a:solidFill>
                  <a:srgbClr val="50606D"/>
                </a:solidFill>
                <a:latin typeface="Times New Roman"/>
                <a:ea typeface="Times New Roman"/>
                <a:cs typeface="Times New Roman"/>
              </a:rPr>
              <a:t>Fixed Consensus LUH Subset</a:t>
            </a:r>
          </a:p>
        </p:txBody>
      </p:sp>
    </p:spTree>
    <p:extLst>
      <p:ext uri="{BB962C8B-B14F-4D97-AF65-F5344CB8AC3E}">
        <p14:creationId xmlns:p14="http://schemas.microsoft.com/office/powerpoint/2010/main" val="69991380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2026-08-15T13:03:25.2610000Z</dcterms:created>
  <dcterms:modified xsi:type="dcterms:W3CDTF">2026-08-15T13:03:25.2610000Z</dcterms:modified>
</coreProperties>
</file>